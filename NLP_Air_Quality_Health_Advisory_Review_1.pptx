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2220" y="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FFFFFF"/>
                </a:solidFill>
                <a:latin typeface="Aptos Display"/>
              </a:rPr>
              <a:t>NLP-Based Air Quality
Health Advisory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dirty="0">
                <a:solidFill>
                  <a:srgbClr val="B4DCDC"/>
                </a:solidFill>
                <a:latin typeface="Aptos"/>
              </a:rPr>
              <a:t>Project Review –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2861681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FFFFFF"/>
                </a:solidFill>
                <a:latin typeface="Aptos"/>
              </a:rPr>
              <a:t>Presented by: </a:t>
            </a:r>
            <a:endParaRPr lang="en-US" sz="1600" dirty="0">
              <a:solidFill>
                <a:srgbClr val="FFFFFF"/>
              </a:solidFill>
              <a:latin typeface="Aptos"/>
            </a:endParaRPr>
          </a:p>
          <a:p>
            <a:endParaRPr lang="en-IN" sz="1600" dirty="0">
              <a:solidFill>
                <a:srgbClr val="FFFFFF"/>
              </a:solidFill>
              <a:latin typeface="Aptos"/>
            </a:endParaRPr>
          </a:p>
          <a:p>
            <a:r>
              <a:rPr sz="1600" dirty="0">
                <a:solidFill>
                  <a:srgbClr val="FFFFFF"/>
                </a:solidFill>
                <a:latin typeface="Aptos"/>
              </a:rPr>
              <a:t>Diyaa </a:t>
            </a:r>
            <a:r>
              <a:rPr lang="en-US" sz="1600" dirty="0">
                <a:solidFill>
                  <a:srgbClr val="FFFFFF"/>
                </a:solidFill>
                <a:latin typeface="Aptos"/>
              </a:rPr>
              <a:t>Pradeep (23BME7035)</a:t>
            </a:r>
          </a:p>
          <a:p>
            <a:r>
              <a:rPr lang="en-US" sz="1600" dirty="0">
                <a:solidFill>
                  <a:srgbClr val="FFFFFF"/>
                </a:solidFill>
                <a:latin typeface="Aptos"/>
              </a:rPr>
              <a:t>Ankit C.K. (23BME7004)</a:t>
            </a:r>
          </a:p>
          <a:p>
            <a:r>
              <a:rPr lang="en-US" sz="1600" dirty="0">
                <a:solidFill>
                  <a:srgbClr val="FFFFFF"/>
                </a:solidFill>
                <a:latin typeface="Aptos"/>
              </a:rPr>
              <a:t>Harsh (23BCE8505)</a:t>
            </a:r>
          </a:p>
          <a:p>
            <a:r>
              <a:rPr lang="en-US" sz="1600" dirty="0">
                <a:solidFill>
                  <a:srgbClr val="FFFFFF"/>
                </a:solidFill>
                <a:latin typeface="Aptos"/>
              </a:rPr>
              <a:t>W.V.P.S </a:t>
            </a:r>
            <a:r>
              <a:rPr lang="en-US" sz="1600" dirty="0" err="1">
                <a:solidFill>
                  <a:srgbClr val="FFFFFF"/>
                </a:solidFill>
                <a:latin typeface="Aptos"/>
              </a:rPr>
              <a:t>Sriraj</a:t>
            </a:r>
            <a:r>
              <a:rPr lang="en-US" sz="1600" dirty="0">
                <a:solidFill>
                  <a:srgbClr val="FFFFFF"/>
                </a:solidFill>
                <a:latin typeface="Aptos"/>
              </a:rPr>
              <a:t> (23BCE8414)</a:t>
            </a:r>
          </a:p>
          <a:p>
            <a:endParaRPr sz="16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1</a:t>
            </a:r>
          </a:p>
        </p:txBody>
      </p:sp>
      <p:sp>
        <p:nvSpPr>
          <p:cNvPr id="3" name="Oval 2"/>
          <p:cNvSpPr/>
          <p:nvPr/>
        </p:nvSpPr>
        <p:spPr>
          <a:xfrm>
            <a:off x="9037015" y="-715264"/>
            <a:ext cx="3931920" cy="3931920"/>
          </a:xfrm>
          <a:prstGeom prst="ellipse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37"/>
                </a:solidFill>
                <a:latin typeface="Aptos Display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rPr dirty="0"/>
              <a:t>• Air pollution has a significant impact on human health.</a:t>
            </a:r>
          </a:p>
          <a:p>
            <a:pPr>
              <a:spcAft>
                <a:spcPts val="10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rPr dirty="0"/>
              <a:t>• Air-quality information is commonly presented as numerical values such as AQI, PM2.5, PM10, NO₂ and CO.</a:t>
            </a:r>
          </a:p>
          <a:p>
            <a:pPr>
              <a:spcAft>
                <a:spcPts val="10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rPr dirty="0"/>
              <a:t>• These technical values may be difficult for non-technical users to interpret.</a:t>
            </a:r>
          </a:p>
          <a:p>
            <a:pPr>
              <a:spcAft>
                <a:spcPts val="10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rPr dirty="0"/>
              <a:t>• Existing systems mainly report pollution levels and generic warnings rather than personalized, actionable guidance.</a:t>
            </a:r>
          </a:p>
          <a:p>
            <a:pPr>
              <a:spcAft>
                <a:spcPts val="1000"/>
              </a:spcAft>
              <a:defRPr sz="1900">
                <a:solidFill>
                  <a:srgbClr val="2D3741"/>
                </a:solidFill>
                <a:latin typeface="Aptos"/>
              </a:defRPr>
            </a:pPr>
            <a:r>
              <a:rPr dirty="0"/>
              <a:t>• There is a need to convert air-quality data into clear natural-language health advisories.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37"/>
                </a:solidFill>
                <a:latin typeface="Aptos Display"/>
              </a:rPr>
              <a:t>2. Research Gaps Identified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29844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Numerical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84248"/>
            <a:ext cx="48920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Many systems primarily display AQI and pollutant concentrations.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73152" cy="1298448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464808" y="1490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Technical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984248"/>
            <a:ext cx="48920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Users may struggle to understand the health meaning of raw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98648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40080" y="2898648"/>
            <a:ext cx="73152" cy="129844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1247" y="306324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Generic warnings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557015"/>
            <a:ext cx="48920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Existing alerts are often not context-aware or personalized.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98648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263640" y="2898648"/>
            <a:ext cx="73152" cy="1298448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64808" y="306324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Limited NLP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557015"/>
            <a:ext cx="48920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There is scope to use NLP for automatic, human-readable advisories.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71416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640080" y="4471416"/>
            <a:ext cx="73152" cy="1298448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41247" y="4636007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Multi-pollutant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5129783"/>
            <a:ext cx="48920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Systems can better combine AQI and several pollutant levels.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471416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6263640" y="4471416"/>
            <a:ext cx="73152" cy="1298448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464808" y="4636007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Actionable guidance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5129783"/>
            <a:ext cx="48920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There is scope for consistent recommendations tailored to risk and user group.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37"/>
                </a:solidFill>
                <a:latin typeface="Aptos Display"/>
              </a:rPr>
              <a:t>3. Proposed Solution / Proposed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84248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AQI, PM2.5, PM10, CO, NO₂, SO₂ and O₃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3258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160520" y="1325880"/>
            <a:ext cx="73152" cy="1417320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361688" y="1490472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984248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Preprocess data → assess pollutant severity → identify health-risk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325880"/>
            <a:ext cx="3794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7680960" y="1325880"/>
            <a:ext cx="73152" cy="141732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882128" y="1490472"/>
            <a:ext cx="3429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NLP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1984248"/>
            <a:ext cx="3429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Convert the analyzed values into a clear natural-language advisory</a:t>
            </a:r>
          </a:p>
        </p:txBody>
      </p:sp>
      <p:sp>
        <p:nvSpPr>
          <p:cNvPr id="16" name="Chevron 15"/>
          <p:cNvSpPr/>
          <p:nvPr/>
        </p:nvSpPr>
        <p:spPr>
          <a:xfrm>
            <a:off x="3822191" y="1764792"/>
            <a:ext cx="256032" cy="457200"/>
          </a:xfrm>
          <a:prstGeom prst="chevron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Chevron 16"/>
          <p:cNvSpPr/>
          <p:nvPr/>
        </p:nvSpPr>
        <p:spPr>
          <a:xfrm>
            <a:off x="7342631" y="1764792"/>
            <a:ext cx="256032" cy="457200"/>
          </a:xfrm>
          <a:prstGeom prst="chevron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1051560" y="3246120"/>
            <a:ext cx="4663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1051560" y="3246120"/>
            <a:ext cx="73152" cy="1874519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1252728" y="3410712"/>
            <a:ext cx="4297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Example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3904487"/>
            <a:ext cx="4297679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AQI = 185</a:t>
            </a:r>
            <a:br>
              <a:rPr dirty="0"/>
            </a:br>
            <a:r>
              <a:rPr dirty="0"/>
              <a:t>PM2.5 = High</a:t>
            </a:r>
            <a:br>
              <a:rPr dirty="0"/>
            </a:br>
            <a:r>
              <a:rPr dirty="0"/>
              <a:t>Risk category = Unhealthy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324612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5989320" y="3246120"/>
            <a:ext cx="73152" cy="1874519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190488" y="341071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Example Generated Advisory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3904487"/>
            <a:ext cx="48006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“Air quality is unhealthy. Sensitive individuals should avoid prolonged outdoor activities and reduce exposure to polluted air.”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37"/>
                </a:solidFill>
                <a:latin typeface="Aptos Display"/>
              </a:rP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64737D"/>
                </a:solidFill>
                <a:latin typeface="Aptos"/>
              </a:rPr>
              <a:t>Conceptual workflow for the first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69164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1. Air-quality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AQI + PM2.5 + PM10 + gases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63600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2.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0756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Clean, validate and normalize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73152" cy="169164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47648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3. Risk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07568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Good → Moderate → Unhealthy → Very Unhealthy → Hazardous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594360" y="3566160"/>
            <a:ext cx="73152" cy="1691640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95528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4. Context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2452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Identify dominant pollutants and target population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4434840" y="3566160"/>
            <a:ext cx="73152" cy="169164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4636008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5. NLP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22452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Generate clear, consistent health advisory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476488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6.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22452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Actionable recommendation for the 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37"/>
                </a:solidFill>
                <a:latin typeface="Aptos Display"/>
              </a:rPr>
              <a:t>4.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Develop an NLP-based system for generating health advisories from air-quality data.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Analyze AQI, PM2.5, PM10, CO, NO₂, SO₂ and O₃ to identify potential health risks.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Classify air quality into appropriate health-risk categories.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Convert numerical air-quality information into understandable natural-language advisories.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Generate actionable recommendations based on pollution severity.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Provide context-aware advisories for different population groups, especially sensitive individuals.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Evaluate advisories for relevance, readability, accuracy and consistency.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37"/>
                </a:solidFill>
                <a:latin typeface="Aptos Display"/>
              </a:rPr>
              <a:t>Target Users &amp; Advisory Personalization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874519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Healthy adults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29967"/>
            <a:ext cx="48006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General exposure guidance and activity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7160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1874519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510527" y="153619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Children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7" y="2029967"/>
            <a:ext cx="48006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More cautious outdoor-activity guidance during elevated pollution.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1188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731520" y="3611880"/>
            <a:ext cx="73152" cy="1874519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32688" y="3776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Elderly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70248"/>
            <a:ext cx="48006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Stronger exposure-reduction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61188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309359" y="3611880"/>
            <a:ext cx="73152" cy="1874519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510527" y="3776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Sensitive individuals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7" y="4270248"/>
            <a:ext cx="480060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Additional precautions when respiratory sensitivity is present.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 dirty="0">
                <a:solidFill>
                  <a:srgbClr val="64737D"/>
                </a:solidFill>
                <a:latin typeface="Aptos"/>
              </a:rPr>
              <a:t>Goal: the same air-quality data should produce guidance that is understandable and relevant to the user's context.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37"/>
                </a:solidFill>
                <a:latin typeface="Aptos Display"/>
              </a:rPr>
              <a:t>Expected Outcome &amp;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82880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Expected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A readable advisory instead of only a numerical AQI/pollutant display.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Consistency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Advisories should follow defined risk categories and rules.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73152" cy="182880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93608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Usability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Messages should be concise, understandable and actionable.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Relevance – Does the advisory match the detected pollution condition?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Readability – Can a non-technical user understand it easily?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Accuracy – Are the health recommendations appropriate to the risk category?</a:t>
            </a:r>
          </a:p>
          <a:p>
            <a:pPr>
              <a:spcAft>
                <a:spcPts val="1000"/>
              </a:spcAft>
              <a:defRPr sz="1700">
                <a:solidFill>
                  <a:srgbClr val="2D3741"/>
                </a:solidFill>
                <a:latin typeface="Aptos"/>
              </a:defRPr>
            </a:pPr>
            <a:r>
              <a:rPr dirty="0"/>
              <a:t>• Consistency – Does similar input produce consistent guidance?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337"/>
                </a:solidFill>
                <a:latin typeface="Aptos Display"/>
              </a:rPr>
              <a:t>Planned Work /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69164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7568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Literature survey &amp; finalize research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1691640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681728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07568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Collect/prepare air-quality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8275320" y="1417320"/>
            <a:ext cx="73152" cy="169164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476488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07568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Design preprocessing &amp; risk-classification logic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86968" y="373075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2452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Develop NLP advisory generation module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3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4681728" y="373075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22452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Test, evaluate &amp; refine generated advisories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E69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476488" y="373075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42337"/>
                </a:solidFill>
                <a:latin typeface="Aptos"/>
              </a:rPr>
              <a:t>Phase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22452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D3741"/>
                </a:solidFill>
                <a:latin typeface="Aptos"/>
              </a:defRPr>
            </a:pPr>
            <a:r>
              <a:rPr dirty="0"/>
              <a:t>Final documentation &amp; presentation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01040" y="2880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dirty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59282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FFFFFF"/>
                </a:solidFill>
              </a:rPr>
              <a:t>NLP Project Review 1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683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2026-08-27T04:56:59Z</dcterms:modified>
  <cp:category/>
</cp:coreProperties>
</file>